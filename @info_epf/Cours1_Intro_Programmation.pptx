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978" y="5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kael JEAN-BAPTISTE" userId="ffcf1aa7-cbc1-441c-9898-b29a54c5fa76" providerId="ADAL" clId="{0F4407C8-C4D5-4580-AC2E-D1378434785B}"/>
    <pc:docChg chg="custSel modSld">
      <pc:chgData name="Mickael JEAN-BAPTISTE" userId="ffcf1aa7-cbc1-441c-9898-b29a54c5fa76" providerId="ADAL" clId="{0F4407C8-C4D5-4580-AC2E-D1378434785B}" dt="2025-09-08T10:52:13.943" v="0" actId="27636"/>
      <pc:docMkLst>
        <pc:docMk/>
      </pc:docMkLst>
      <pc:sldChg chg="modSp mod">
        <pc:chgData name="Mickael JEAN-BAPTISTE" userId="ffcf1aa7-cbc1-441c-9898-b29a54c5fa76" providerId="ADAL" clId="{0F4407C8-C4D5-4580-AC2E-D1378434785B}" dt="2025-09-08T10:52:13.943" v="0" actId="27636"/>
        <pc:sldMkLst>
          <pc:docMk/>
          <pc:sldMk cId="0" sldId="258"/>
        </pc:sldMkLst>
        <pc:spChg chg="mod">
          <ac:chgData name="Mickael JEAN-BAPTISTE" userId="ffcf1aa7-cbc1-441c-9898-b29a54c5fa76" providerId="ADAL" clId="{0F4407C8-C4D5-4580-AC2E-D1378434785B}" dt="2025-09-08T10:52:13.943" v="0" actId="27636"/>
          <ac:spMkLst>
            <pc:docMk/>
            <pc:sldMk cId="0" sldId="258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Introduction à la programmation et à l’architecture logicielle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Cours 1 — Programmation multi-langage (1h)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Qu’est-ce que programmer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Programmer = donner des instructions à un ordinateur</a:t>
            </a:r>
          </a:p>
          <a:p>
            <a:r>
              <a:t>Algorithme = suite d’instructions (exemple : recette de cuisine)</a:t>
            </a:r>
          </a:p>
          <a:p>
            <a:r>
              <a:t>Langage naturel vs langage de programmation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Les briques de base de la programmation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Variables et types de données (entier, texte, booléen)</a:t>
            </a:r>
          </a:p>
          <a:p>
            <a:r>
              <a:t>Instructions séquentielles, conditions, boucles</a:t>
            </a:r>
          </a:p>
          <a:p>
            <a:r>
              <a:t>Exemple en pseudo-code puis en Python/C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 l’algorithme au logiciel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Algorithme → Programme → Logiciel</a:t>
            </a:r>
          </a:p>
          <a:p>
            <a:r>
              <a:t>Différence script / programme compilé / application</a:t>
            </a:r>
          </a:p>
          <a:p>
            <a:r>
              <a:t>Cycle : écrire → compiler/interpréter → exécuter → tester</a:t>
            </a:r>
          </a:p>
          <a:p>
            <a:r>
              <a:t>Démo : Hello World en C et Python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Bases de l’architecture logicielle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Pourquoi structurer un programme ?</a:t>
            </a:r>
          </a:p>
          <a:p>
            <a:r>
              <a:t>Notion de fonction : décomposer un problème</a:t>
            </a:r>
          </a:p>
          <a:p>
            <a:r>
              <a:t>Introduction à la programmation orientée objet (POO)</a:t>
            </a:r>
          </a:p>
          <a:p>
            <a:r>
              <a:t>Exemple : programme avec fonctions vs sans fonctions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et ouverture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Récapitulatif des notions vues</a:t>
            </a:r>
          </a:p>
          <a:p>
            <a:r>
              <a:t>Prochains cours : bases → POO → multi-langage → conception</a:t>
            </a:r>
          </a:p>
          <a:p>
            <a:r>
              <a:t>Lien avec le projet final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45D9ADB310A740B7D91B70B63C2676" ma:contentTypeVersion="16" ma:contentTypeDescription="Create a new document." ma:contentTypeScope="" ma:versionID="d46aadcba2ab2a34dbdefcd853c30bf7">
  <xsd:schema xmlns:xsd="http://www.w3.org/2001/XMLSchema" xmlns:xs="http://www.w3.org/2001/XMLSchema" xmlns:p="http://schemas.microsoft.com/office/2006/metadata/properties" xmlns:ns3="1dd8370f-fb69-4cc6-bc40-16bd6d032095" xmlns:ns4="f4937fff-e356-4d31-9d45-a400bebb96cb" targetNamespace="http://schemas.microsoft.com/office/2006/metadata/properties" ma:root="true" ma:fieldsID="369377d8190ed70a8c090321967eff27" ns3:_="" ns4:_="">
    <xsd:import namespace="1dd8370f-fb69-4cc6-bc40-16bd6d032095"/>
    <xsd:import namespace="f4937fff-e356-4d31-9d45-a400bebb96c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SearchProperties" minOccurs="0"/>
                <xsd:element ref="ns3:_activity" minOccurs="0"/>
                <xsd:element ref="ns3:MediaServiceSystemTag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d8370f-fb69-4cc6-bc40-16bd6d0320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4937fff-e356-4d31-9d45-a400bebb96cb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dd8370f-fb69-4cc6-bc40-16bd6d032095" xsi:nil="true"/>
  </documentManagement>
</p:properties>
</file>

<file path=customXml/itemProps1.xml><?xml version="1.0" encoding="utf-8"?>
<ds:datastoreItem xmlns:ds="http://schemas.openxmlformats.org/officeDocument/2006/customXml" ds:itemID="{B4EB1736-AFAF-4572-8323-CDB2F09251E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dd8370f-fb69-4cc6-bc40-16bd6d032095"/>
    <ds:schemaRef ds:uri="f4937fff-e356-4d31-9d45-a400bebb96c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CAF1887-2DB7-4C0E-AB0A-088CBA187A1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3A51554-F496-4B0E-A29B-EBF83D3669FE}">
  <ds:schemaRefs>
    <ds:schemaRef ds:uri="1dd8370f-fb69-4cc6-bc40-16bd6d032095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f4937fff-e356-4d31-9d45-a400bebb96cb"/>
    <ds:schemaRef ds:uri="http://purl.org/dc/terms/"/>
    <ds:schemaRef ds:uri="http://purl.org/dc/dcmitype/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168</Words>
  <Application>Microsoft Office PowerPoint</Application>
  <PresentationFormat>Affichage à l'écran (4:3)</PresentationFormat>
  <Paragraphs>29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Introduction à la programmation et à l’architecture logicielle</vt:lpstr>
      <vt:lpstr>Qu’est-ce que programmer ?</vt:lpstr>
      <vt:lpstr>Les briques de base de la programmation</vt:lpstr>
      <vt:lpstr>De l’algorithme au logiciel</vt:lpstr>
      <vt:lpstr>Bases de l’architecture logicielle</vt:lpstr>
      <vt:lpstr>Conclusion et ouverture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Mickaël JEAN-BAPTISTE</dc:creator>
  <cp:keywords/>
  <dc:description>generated using python-pptx</dc:description>
  <cp:lastModifiedBy>Mickael JEAN-BAPTISTE</cp:lastModifiedBy>
  <cp:revision>2</cp:revision>
  <dcterms:created xsi:type="dcterms:W3CDTF">2013-01-27T09:14:16Z</dcterms:created>
  <dcterms:modified xsi:type="dcterms:W3CDTF">2025-09-08T10:52:24Z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0x0101002445D9ADB310A740B7D91B70B63C2676</vt:lpwstr>
  </property>
</Properties>
</file>